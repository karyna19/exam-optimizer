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261" r:id="rId5"/>
  </p:sldIdLst>
  <p:sldSz cx="30275213" cy="42803763"/>
  <p:notesSz cx="32918400" cy="5120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3103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1pPr>
    <a:lvl2pPr marL="456740" indent="89075" algn="l" rtl="0" eaLnBrk="0" fontAlgn="base" hangingPunct="0">
      <a:spcBef>
        <a:spcPct val="0"/>
      </a:spcBef>
      <a:spcAft>
        <a:spcPct val="0"/>
      </a:spcAft>
      <a:defRPr sz="3103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2pPr>
    <a:lvl3pPr marL="913479" indent="178147" algn="l" rtl="0" eaLnBrk="0" fontAlgn="base" hangingPunct="0">
      <a:spcBef>
        <a:spcPct val="0"/>
      </a:spcBef>
      <a:spcAft>
        <a:spcPct val="0"/>
      </a:spcAft>
      <a:defRPr sz="3103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3pPr>
    <a:lvl4pPr marL="1370218" indent="267221" algn="l" rtl="0" eaLnBrk="0" fontAlgn="base" hangingPunct="0">
      <a:spcBef>
        <a:spcPct val="0"/>
      </a:spcBef>
      <a:spcAft>
        <a:spcPct val="0"/>
      </a:spcAft>
      <a:defRPr sz="3103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4pPr>
    <a:lvl5pPr marL="1826958" indent="356295" algn="l" rtl="0" eaLnBrk="0" fontAlgn="base" hangingPunct="0">
      <a:spcBef>
        <a:spcPct val="0"/>
      </a:spcBef>
      <a:spcAft>
        <a:spcPct val="0"/>
      </a:spcAft>
      <a:defRPr sz="3103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5pPr>
    <a:lvl6pPr marL="2729067" algn="l" defTabSz="1091627" rtl="0" eaLnBrk="1" latinLnBrk="0" hangingPunct="1">
      <a:defRPr sz="3103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6pPr>
    <a:lvl7pPr marL="3274880" algn="l" defTabSz="1091627" rtl="0" eaLnBrk="1" latinLnBrk="0" hangingPunct="1">
      <a:defRPr sz="3103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7pPr>
    <a:lvl8pPr marL="3820692" algn="l" defTabSz="1091627" rtl="0" eaLnBrk="1" latinLnBrk="0" hangingPunct="1">
      <a:defRPr sz="3103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8pPr>
    <a:lvl9pPr marL="4366505" algn="l" defTabSz="1091627" rtl="0" eaLnBrk="1" latinLnBrk="0" hangingPunct="1">
      <a:defRPr sz="3103" kern="1200">
        <a:solidFill>
          <a:schemeClr val="tx1"/>
        </a:solidFill>
        <a:latin typeface="Helvetica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33" userDrawn="1">
          <p15:clr>
            <a:srgbClr val="A4A3A4"/>
          </p15:clr>
        </p15:guide>
        <p15:guide id="2" orient="horz" pos="25526" userDrawn="1">
          <p15:clr>
            <a:srgbClr val="A4A3A4"/>
          </p15:clr>
        </p15:guide>
        <p15:guide id="3" orient="horz" pos="4849" userDrawn="1">
          <p15:clr>
            <a:srgbClr val="A4A3A4"/>
          </p15:clr>
        </p15:guide>
        <p15:guide id="4" orient="horz" pos="2769" userDrawn="1">
          <p15:clr>
            <a:srgbClr val="A4A3A4"/>
          </p15:clr>
        </p15:guide>
        <p15:guide id="5" pos="4399" userDrawn="1">
          <p15:clr>
            <a:srgbClr val="A4A3A4"/>
          </p15:clr>
        </p15:guide>
        <p15:guide id="6" pos="4974" userDrawn="1">
          <p15:clr>
            <a:srgbClr val="A4A3A4"/>
          </p15:clr>
        </p15:guide>
        <p15:guide id="7" pos="9052" userDrawn="1">
          <p15:clr>
            <a:srgbClr val="A4A3A4"/>
          </p15:clr>
        </p15:guide>
        <p15:guide id="8" pos="14506" userDrawn="1">
          <p15:clr>
            <a:srgbClr val="A4A3A4"/>
          </p15:clr>
        </p15:guide>
        <p15:guide id="9" pos="680" userDrawn="1">
          <p15:clr>
            <a:srgbClr val="A4A3A4"/>
          </p15:clr>
        </p15:guide>
        <p15:guide id="10" pos="9655" userDrawn="1">
          <p15:clr>
            <a:srgbClr val="A4A3A4"/>
          </p15:clr>
        </p15:guide>
        <p15:guide id="11" pos="13931" userDrawn="1">
          <p15:clr>
            <a:srgbClr val="A4A3A4"/>
          </p15:clr>
        </p15:guide>
        <p15:guide id="12" pos="182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E46"/>
    <a:srgbClr val="C6D9F1"/>
    <a:srgbClr val="001046"/>
    <a:srgbClr val="001047"/>
    <a:srgbClr val="2B2765"/>
    <a:srgbClr val="3D6CB9"/>
    <a:srgbClr val="F7FBFF"/>
    <a:srgbClr val="30A0BE"/>
    <a:srgbClr val="715099"/>
    <a:srgbClr val="20A2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98" autoAdjust="0"/>
    <p:restoredTop sz="93501" autoAdjust="0"/>
  </p:normalViewPr>
  <p:slideViewPr>
    <p:cSldViewPr snapToGrid="0">
      <p:cViewPr>
        <p:scale>
          <a:sx n="30" d="100"/>
          <a:sy n="30" d="100"/>
        </p:scale>
        <p:origin x="337" y="-1740"/>
      </p:cViewPr>
      <p:guideLst>
        <p:guide orient="horz" pos="933"/>
        <p:guide orient="horz" pos="25526"/>
        <p:guide orient="horz" pos="4849"/>
        <p:guide orient="horz" pos="2769"/>
        <p:guide pos="4399"/>
        <p:guide pos="4974"/>
        <p:guide pos="9052"/>
        <p:guide pos="14506"/>
        <p:guide pos="680"/>
        <p:guide pos="9655"/>
        <p:guide pos="13931"/>
        <p:guide pos="1825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3" d="100"/>
        <a:sy n="33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E235D9A-5E4F-6694-6127-B60A679E0F2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4265275" cy="2560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9C628051-2516-EC53-F7EA-44191CBF86A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18646775" y="0"/>
            <a:ext cx="14263688" cy="2560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1A6C6D04-99EE-76DD-8746-1AF2C5D7788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69463" y="3840163"/>
            <a:ext cx="13579475" cy="19202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6564F3E0-4168-DD95-3DBE-D75AF22320B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292475" y="24323675"/>
            <a:ext cx="26333450" cy="2304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CA" noProof="0"/>
              <a:t>Click to edit Master text styles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E91B3D6D-395C-3B16-89B7-92E285A77AC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48637825"/>
            <a:ext cx="14265275" cy="2559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51F3254F-8F8B-55E0-62CB-80D8876286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8646775" y="48637825"/>
            <a:ext cx="14263688" cy="2559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EE01824-9AAD-454F-A6AE-AAA29C60A6DB}" type="slidenum">
              <a:rPr lang="en-CA" altLang="en-US"/>
              <a:pPr>
                <a:defRPr/>
              </a:pPr>
              <a:t>‹#›</a:t>
            </a:fld>
            <a:endParaRPr lang="en-CA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194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6740" algn="l" rtl="0" eaLnBrk="0" fontAlgn="base" hangingPunct="0">
      <a:spcBef>
        <a:spcPct val="30000"/>
      </a:spcBef>
      <a:spcAft>
        <a:spcPct val="0"/>
      </a:spcAft>
      <a:defRPr sz="1194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3479" algn="l" rtl="0" eaLnBrk="0" fontAlgn="base" hangingPunct="0">
      <a:spcBef>
        <a:spcPct val="30000"/>
      </a:spcBef>
      <a:spcAft>
        <a:spcPct val="0"/>
      </a:spcAft>
      <a:defRPr sz="1194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0218" algn="l" rtl="0" eaLnBrk="0" fontAlgn="base" hangingPunct="0">
      <a:spcBef>
        <a:spcPct val="30000"/>
      </a:spcBef>
      <a:spcAft>
        <a:spcPct val="0"/>
      </a:spcAft>
      <a:defRPr sz="1194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6958" algn="l" rtl="0" eaLnBrk="0" fontAlgn="base" hangingPunct="0">
      <a:spcBef>
        <a:spcPct val="30000"/>
      </a:spcBef>
      <a:spcAft>
        <a:spcPct val="0"/>
      </a:spcAft>
      <a:defRPr sz="1194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5047" algn="l" defTabSz="914019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6pPr>
    <a:lvl7pPr marL="2742057" algn="l" defTabSz="914019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7pPr>
    <a:lvl8pPr marL="3199065" algn="l" defTabSz="914019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8pPr>
    <a:lvl9pPr marL="3656074" algn="l" defTabSz="914019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13296926"/>
            <a:ext cx="25733932" cy="917506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41285" y="24255465"/>
            <a:ext cx="21192649" cy="109387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0654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1309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1964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2619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3274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3929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44583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65238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BE341-FEBE-9003-46B0-B4B49F7EA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B60CCD-B906-E0B4-446E-69B215605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2D00E-6608-FE76-6717-7CEF631FA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C0B733-81BE-45E3-980C-E3D9AAA3B6C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8637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C1339-5A07-A938-2881-37604528A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4D750-490F-ED74-71B1-D0B2C8D44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2C3D4-010B-9D40-F106-8141220F6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D6C9B4-253E-4F4C-9BB7-DC9DCED9B84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4156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1533" y="27505400"/>
            <a:ext cx="25733932" cy="8501303"/>
          </a:xfrm>
        </p:spPr>
        <p:txBody>
          <a:bodyPr anchor="t"/>
          <a:lstStyle>
            <a:lvl1pPr algn="r">
              <a:defRPr sz="18107" b="1" cap="all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91533" y="18142064"/>
            <a:ext cx="25733932" cy="9363320"/>
          </a:xfrm>
        </p:spPr>
        <p:txBody>
          <a:bodyPr anchor="b"/>
          <a:lstStyle>
            <a:lvl1pPr marL="0" indent="0">
              <a:buNone/>
              <a:defRPr sz="9004">
                <a:solidFill>
                  <a:schemeClr val="tx1">
                    <a:tint val="75000"/>
                  </a:schemeClr>
                </a:solidFill>
              </a:defRPr>
            </a:lvl1pPr>
            <a:lvl2pPr marL="2065481" indent="0">
              <a:buNone/>
              <a:defRPr sz="8114">
                <a:solidFill>
                  <a:schemeClr val="tx1">
                    <a:tint val="75000"/>
                  </a:schemeClr>
                </a:solidFill>
              </a:defRPr>
            </a:lvl2pPr>
            <a:lvl3pPr marL="4130970" indent="0">
              <a:buNone/>
              <a:defRPr sz="7223">
                <a:solidFill>
                  <a:schemeClr val="tx1">
                    <a:tint val="75000"/>
                  </a:schemeClr>
                </a:solidFill>
              </a:defRPr>
            </a:lvl3pPr>
            <a:lvl4pPr marL="6196452" indent="0">
              <a:buNone/>
              <a:defRPr sz="6333">
                <a:solidFill>
                  <a:schemeClr val="tx1">
                    <a:tint val="75000"/>
                  </a:schemeClr>
                </a:solidFill>
              </a:defRPr>
            </a:lvl4pPr>
            <a:lvl5pPr marL="8261931" indent="0">
              <a:buNone/>
              <a:defRPr sz="6333">
                <a:solidFill>
                  <a:schemeClr val="tx1">
                    <a:tint val="75000"/>
                  </a:schemeClr>
                </a:solidFill>
              </a:defRPr>
            </a:lvl5pPr>
            <a:lvl6pPr marL="10327421" indent="0">
              <a:buNone/>
              <a:defRPr sz="6333">
                <a:solidFill>
                  <a:schemeClr val="tx1">
                    <a:tint val="75000"/>
                  </a:schemeClr>
                </a:solidFill>
              </a:defRPr>
            </a:lvl6pPr>
            <a:lvl7pPr marL="12392902" indent="0">
              <a:buNone/>
              <a:defRPr sz="6333">
                <a:solidFill>
                  <a:schemeClr val="tx1">
                    <a:tint val="75000"/>
                  </a:schemeClr>
                </a:solidFill>
              </a:defRPr>
            </a:lvl7pPr>
            <a:lvl8pPr marL="14458383" indent="0">
              <a:buNone/>
              <a:defRPr sz="6333">
                <a:solidFill>
                  <a:schemeClr val="tx1">
                    <a:tint val="75000"/>
                  </a:schemeClr>
                </a:solidFill>
              </a:defRPr>
            </a:lvl8pPr>
            <a:lvl9pPr marL="16523873" indent="0">
              <a:buNone/>
              <a:defRPr sz="63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539512-4679-25DA-90B8-042633D34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823D3-2FCF-380F-D969-CDA686206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3FF36-1782-B3D4-7DE7-4765F7586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30A651-6A12-4840-AE19-36362C61070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0932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14344" y="62342889"/>
            <a:ext cx="44860929" cy="176327723"/>
          </a:xfrm>
        </p:spPr>
        <p:txBody>
          <a:bodyPr/>
          <a:lstStyle>
            <a:lvl1pPr>
              <a:defRPr sz="12666"/>
            </a:lvl1pPr>
            <a:lvl2pPr>
              <a:defRPr sz="10884"/>
            </a:lvl2pPr>
            <a:lvl3pPr>
              <a:defRPr sz="9004"/>
            </a:lvl3pPr>
            <a:lvl4pPr>
              <a:defRPr sz="8114"/>
            </a:lvl4pPr>
            <a:lvl5pPr>
              <a:defRPr sz="8114"/>
            </a:lvl5pPr>
            <a:lvl6pPr>
              <a:defRPr sz="8114"/>
            </a:lvl6pPr>
            <a:lvl7pPr>
              <a:defRPr sz="8114"/>
            </a:lvl7pPr>
            <a:lvl8pPr>
              <a:defRPr sz="8114"/>
            </a:lvl8pPr>
            <a:lvl9pPr>
              <a:defRPr sz="811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79850" y="62342889"/>
            <a:ext cx="44860925" cy="176327723"/>
          </a:xfrm>
        </p:spPr>
        <p:txBody>
          <a:bodyPr/>
          <a:lstStyle>
            <a:lvl1pPr>
              <a:defRPr sz="12666"/>
            </a:lvl1pPr>
            <a:lvl2pPr>
              <a:defRPr sz="10884"/>
            </a:lvl2pPr>
            <a:lvl3pPr>
              <a:defRPr sz="9004"/>
            </a:lvl3pPr>
            <a:lvl4pPr>
              <a:defRPr sz="8114"/>
            </a:lvl4pPr>
            <a:lvl5pPr>
              <a:defRPr sz="8114"/>
            </a:lvl5pPr>
            <a:lvl6pPr>
              <a:defRPr sz="8114"/>
            </a:lvl6pPr>
            <a:lvl7pPr>
              <a:defRPr sz="8114"/>
            </a:lvl7pPr>
            <a:lvl8pPr>
              <a:defRPr sz="8114"/>
            </a:lvl8pPr>
            <a:lvl9pPr>
              <a:defRPr sz="811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077E02A-FB8E-624A-3FED-93F5B2357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9DCE091-8713-BF5B-2003-126EAF552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805F9B0-C9B4-603B-0E87-F36EFE997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F1B7CD-1698-496B-A144-FEEFB0FEF1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5899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3763" y="1714135"/>
            <a:ext cx="27247692" cy="713396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3761" y="9581309"/>
            <a:ext cx="13376810" cy="3993032"/>
          </a:xfrm>
        </p:spPr>
        <p:txBody>
          <a:bodyPr anchor="b"/>
          <a:lstStyle>
            <a:lvl1pPr marL="0" indent="0">
              <a:buNone/>
              <a:defRPr sz="10884" b="1"/>
            </a:lvl1pPr>
            <a:lvl2pPr marL="2065481" indent="0">
              <a:buNone/>
              <a:defRPr sz="9004" b="1"/>
            </a:lvl2pPr>
            <a:lvl3pPr marL="4130970" indent="0">
              <a:buNone/>
              <a:defRPr sz="8114" b="1"/>
            </a:lvl3pPr>
            <a:lvl4pPr marL="6196452" indent="0">
              <a:buNone/>
              <a:defRPr sz="7223" b="1"/>
            </a:lvl4pPr>
            <a:lvl5pPr marL="8261931" indent="0">
              <a:buNone/>
              <a:defRPr sz="7223" b="1"/>
            </a:lvl5pPr>
            <a:lvl6pPr marL="10327421" indent="0">
              <a:buNone/>
              <a:defRPr sz="7223" b="1"/>
            </a:lvl6pPr>
            <a:lvl7pPr marL="12392902" indent="0">
              <a:buNone/>
              <a:defRPr sz="7223" b="1"/>
            </a:lvl7pPr>
            <a:lvl8pPr marL="14458383" indent="0">
              <a:buNone/>
              <a:defRPr sz="7223" b="1"/>
            </a:lvl8pPr>
            <a:lvl9pPr marL="16523873" indent="0">
              <a:buNone/>
              <a:defRPr sz="72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3761" y="13574342"/>
            <a:ext cx="13376810" cy="24661708"/>
          </a:xfrm>
        </p:spPr>
        <p:txBody>
          <a:bodyPr/>
          <a:lstStyle>
            <a:lvl1pPr>
              <a:defRPr sz="10884"/>
            </a:lvl1pPr>
            <a:lvl2pPr>
              <a:defRPr sz="9004"/>
            </a:lvl2pPr>
            <a:lvl3pPr>
              <a:defRPr sz="8114"/>
            </a:lvl3pPr>
            <a:lvl4pPr>
              <a:defRPr sz="7223"/>
            </a:lvl4pPr>
            <a:lvl5pPr>
              <a:defRPr sz="7223"/>
            </a:lvl5pPr>
            <a:lvl6pPr>
              <a:defRPr sz="7223"/>
            </a:lvl6pPr>
            <a:lvl7pPr>
              <a:defRPr sz="7223"/>
            </a:lvl7pPr>
            <a:lvl8pPr>
              <a:defRPr sz="7223"/>
            </a:lvl8pPr>
            <a:lvl9pPr>
              <a:defRPr sz="72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79393" y="9581309"/>
            <a:ext cx="13382065" cy="3993032"/>
          </a:xfrm>
        </p:spPr>
        <p:txBody>
          <a:bodyPr anchor="b"/>
          <a:lstStyle>
            <a:lvl1pPr marL="0" indent="0">
              <a:buNone/>
              <a:defRPr sz="10884" b="1"/>
            </a:lvl1pPr>
            <a:lvl2pPr marL="2065481" indent="0">
              <a:buNone/>
              <a:defRPr sz="9004" b="1"/>
            </a:lvl2pPr>
            <a:lvl3pPr marL="4130970" indent="0">
              <a:buNone/>
              <a:defRPr sz="8114" b="1"/>
            </a:lvl3pPr>
            <a:lvl4pPr marL="6196452" indent="0">
              <a:buNone/>
              <a:defRPr sz="7223" b="1"/>
            </a:lvl4pPr>
            <a:lvl5pPr marL="8261931" indent="0">
              <a:buNone/>
              <a:defRPr sz="7223" b="1"/>
            </a:lvl5pPr>
            <a:lvl6pPr marL="10327421" indent="0">
              <a:buNone/>
              <a:defRPr sz="7223" b="1"/>
            </a:lvl6pPr>
            <a:lvl7pPr marL="12392902" indent="0">
              <a:buNone/>
              <a:defRPr sz="7223" b="1"/>
            </a:lvl7pPr>
            <a:lvl8pPr marL="14458383" indent="0">
              <a:buNone/>
              <a:defRPr sz="7223" b="1"/>
            </a:lvl8pPr>
            <a:lvl9pPr marL="16523873" indent="0">
              <a:buNone/>
              <a:defRPr sz="722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79393" y="13574342"/>
            <a:ext cx="13382065" cy="24661708"/>
          </a:xfrm>
        </p:spPr>
        <p:txBody>
          <a:bodyPr/>
          <a:lstStyle>
            <a:lvl1pPr>
              <a:defRPr sz="10884"/>
            </a:lvl1pPr>
            <a:lvl2pPr>
              <a:defRPr sz="9004"/>
            </a:lvl2pPr>
            <a:lvl3pPr>
              <a:defRPr sz="8114"/>
            </a:lvl3pPr>
            <a:lvl4pPr>
              <a:defRPr sz="7223"/>
            </a:lvl4pPr>
            <a:lvl5pPr>
              <a:defRPr sz="7223"/>
            </a:lvl5pPr>
            <a:lvl6pPr>
              <a:defRPr sz="7223"/>
            </a:lvl6pPr>
            <a:lvl7pPr>
              <a:defRPr sz="7223"/>
            </a:lvl7pPr>
            <a:lvl8pPr>
              <a:defRPr sz="7223"/>
            </a:lvl8pPr>
            <a:lvl9pPr>
              <a:defRPr sz="72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E995589-2403-32CC-2890-8E668DE1E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ABB5D3E-CA2C-5416-DAB2-6576F1BB4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CD7EA63-32FD-5083-9695-50B40AF54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C391FB-A878-48EC-B327-9B2043EE517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1220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C0306DF-31D3-ADF5-7BBE-65FBF3F79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42BFD91-7DE0-0856-4422-8B4B028F8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95BB28B-5A9E-1957-17EE-E8F743774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CEE350-9D99-4744-89F5-2904108348B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586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326BD1C-16DF-D7AD-8C87-30A01634F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3CC90B4-47B5-AB6F-2710-D71A4A446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95E862E-EEED-749B-37D6-85FBD88CE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F9ED04-5EC0-446B-8F06-2438BABFAA7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9190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3770" y="1704225"/>
            <a:ext cx="9960336" cy="7252860"/>
          </a:xfrm>
        </p:spPr>
        <p:txBody>
          <a:bodyPr anchor="b"/>
          <a:lstStyle>
            <a:lvl1pPr algn="r">
              <a:defRPr sz="9004" b="1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36770" y="1704240"/>
            <a:ext cx="16924685" cy="36531826"/>
          </a:xfrm>
        </p:spPr>
        <p:txBody>
          <a:bodyPr/>
          <a:lstStyle>
            <a:lvl1pPr>
              <a:defRPr sz="14447"/>
            </a:lvl1pPr>
            <a:lvl2pPr>
              <a:defRPr sz="12666"/>
            </a:lvl2pPr>
            <a:lvl3pPr>
              <a:defRPr sz="10884"/>
            </a:lvl3pPr>
            <a:lvl4pPr>
              <a:defRPr sz="9004"/>
            </a:lvl4pPr>
            <a:lvl5pPr>
              <a:defRPr sz="9004"/>
            </a:lvl5pPr>
            <a:lvl6pPr>
              <a:defRPr sz="9004"/>
            </a:lvl6pPr>
            <a:lvl7pPr>
              <a:defRPr sz="9004"/>
            </a:lvl7pPr>
            <a:lvl8pPr>
              <a:defRPr sz="9004"/>
            </a:lvl8pPr>
            <a:lvl9pPr>
              <a:defRPr sz="900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3770" y="8957102"/>
            <a:ext cx="9960336" cy="29278966"/>
          </a:xfrm>
        </p:spPr>
        <p:txBody>
          <a:bodyPr/>
          <a:lstStyle>
            <a:lvl1pPr marL="0" indent="0">
              <a:buNone/>
              <a:defRPr sz="6333"/>
            </a:lvl1pPr>
            <a:lvl2pPr marL="2065481" indent="0">
              <a:buNone/>
              <a:defRPr sz="5443"/>
            </a:lvl2pPr>
            <a:lvl3pPr marL="4130970" indent="0">
              <a:buNone/>
              <a:defRPr sz="4552"/>
            </a:lvl3pPr>
            <a:lvl4pPr marL="6196452" indent="0">
              <a:buNone/>
              <a:defRPr sz="4057"/>
            </a:lvl4pPr>
            <a:lvl5pPr marL="8261931" indent="0">
              <a:buNone/>
              <a:defRPr sz="4057"/>
            </a:lvl5pPr>
            <a:lvl6pPr marL="10327421" indent="0">
              <a:buNone/>
              <a:defRPr sz="4057"/>
            </a:lvl6pPr>
            <a:lvl7pPr marL="12392902" indent="0">
              <a:buNone/>
              <a:defRPr sz="4057"/>
            </a:lvl7pPr>
            <a:lvl8pPr marL="14458383" indent="0">
              <a:buNone/>
              <a:defRPr sz="4057"/>
            </a:lvl8pPr>
            <a:lvl9pPr marL="16523873" indent="0">
              <a:buNone/>
              <a:defRPr sz="405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0A05688-922C-9485-3117-B29EB2AEB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97547CC-C07F-3D09-5B44-409773B4B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93B9D0D-ED9E-6859-6A1E-F031D9D95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53E8EA-DA43-4B73-AD35-9222A67C5D2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8052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34155" y="29962634"/>
            <a:ext cx="18165128" cy="3537259"/>
          </a:xfrm>
        </p:spPr>
        <p:txBody>
          <a:bodyPr anchor="b"/>
          <a:lstStyle>
            <a:lvl1pPr algn="r">
              <a:defRPr sz="9004" b="1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934155" y="3824598"/>
            <a:ext cx="18165128" cy="25682258"/>
          </a:xfrm>
        </p:spPr>
        <p:txBody>
          <a:bodyPr rtlCol="1">
            <a:normAutofit/>
          </a:bodyPr>
          <a:lstStyle>
            <a:lvl1pPr marL="0" indent="0">
              <a:buNone/>
              <a:defRPr sz="14447"/>
            </a:lvl1pPr>
            <a:lvl2pPr marL="2065481" indent="0">
              <a:buNone/>
              <a:defRPr sz="12666"/>
            </a:lvl2pPr>
            <a:lvl3pPr marL="4130970" indent="0">
              <a:buNone/>
              <a:defRPr sz="10884"/>
            </a:lvl3pPr>
            <a:lvl4pPr marL="6196452" indent="0">
              <a:buNone/>
              <a:defRPr sz="9004"/>
            </a:lvl4pPr>
            <a:lvl5pPr marL="8261931" indent="0">
              <a:buNone/>
              <a:defRPr sz="9004"/>
            </a:lvl5pPr>
            <a:lvl6pPr marL="10327421" indent="0">
              <a:buNone/>
              <a:defRPr sz="9004"/>
            </a:lvl6pPr>
            <a:lvl7pPr marL="12392902" indent="0">
              <a:buNone/>
              <a:defRPr sz="9004"/>
            </a:lvl7pPr>
            <a:lvl8pPr marL="14458383" indent="0">
              <a:buNone/>
              <a:defRPr sz="9004"/>
            </a:lvl8pPr>
            <a:lvl9pPr marL="16523873" indent="0">
              <a:buNone/>
              <a:defRPr sz="9004"/>
            </a:lvl9pPr>
          </a:lstStyle>
          <a:p>
            <a:pPr lvl="0"/>
            <a:endParaRPr lang="he-IL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34155" y="33499893"/>
            <a:ext cx="18165128" cy="5023495"/>
          </a:xfrm>
        </p:spPr>
        <p:txBody>
          <a:bodyPr/>
          <a:lstStyle>
            <a:lvl1pPr marL="0" indent="0">
              <a:buNone/>
              <a:defRPr sz="6333"/>
            </a:lvl1pPr>
            <a:lvl2pPr marL="2065481" indent="0">
              <a:buNone/>
              <a:defRPr sz="5443"/>
            </a:lvl2pPr>
            <a:lvl3pPr marL="4130970" indent="0">
              <a:buNone/>
              <a:defRPr sz="4552"/>
            </a:lvl3pPr>
            <a:lvl4pPr marL="6196452" indent="0">
              <a:buNone/>
              <a:defRPr sz="4057"/>
            </a:lvl4pPr>
            <a:lvl5pPr marL="8261931" indent="0">
              <a:buNone/>
              <a:defRPr sz="4057"/>
            </a:lvl5pPr>
            <a:lvl6pPr marL="10327421" indent="0">
              <a:buNone/>
              <a:defRPr sz="4057"/>
            </a:lvl6pPr>
            <a:lvl7pPr marL="12392902" indent="0">
              <a:buNone/>
              <a:defRPr sz="4057"/>
            </a:lvl7pPr>
            <a:lvl8pPr marL="14458383" indent="0">
              <a:buNone/>
              <a:defRPr sz="4057"/>
            </a:lvl8pPr>
            <a:lvl9pPr marL="16523873" indent="0">
              <a:buNone/>
              <a:defRPr sz="405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52E10ED-135E-5250-F952-710DA18AC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45528E6-8D9A-D998-BD4A-9DE4D0F8D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BEF82AD-8967-1CD0-166C-A1059BF1F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C0C761-C313-42FA-A3D9-8AC5111833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2875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08555-4815-D5BD-BFCA-17733AA2B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0637AA-FAC4-5710-CA7F-EE7DA00C1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AD498-5D80-F44E-397E-66D498AF5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67DAD3-DED7-44CA-BBB1-5DF1B22833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7191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686794" y="10700941"/>
            <a:ext cx="22553981" cy="22796967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14340" y="10700941"/>
            <a:ext cx="67167875" cy="2279696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C271B-EFCF-25AF-BAFA-60F593993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CA6AB-D123-23C1-D947-9ECF8F64F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CD8EE-BF2F-2974-BC7B-A42E50C05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3161A5-AFB3-4079-A664-E3C63ECE41A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726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C71A328C-305E-571D-3EF8-9B9116AD5DD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514333" y="1713888"/>
            <a:ext cx="27246547" cy="7133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7479" tIns="208739" rIns="417479" bIns="20873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he-IL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EA09A6B-6F34-2B52-062A-3BB2DDA7695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514333" y="9986981"/>
            <a:ext cx="27246547" cy="28248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17479" tIns="208739" rIns="417479" bIns="20873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he-IL"/>
              <a:t>Click to edit Master text styles</a:t>
            </a:r>
          </a:p>
          <a:p>
            <a:pPr lvl="1"/>
            <a:r>
              <a:rPr lang="en-US" altLang="he-IL"/>
              <a:t>Second level</a:t>
            </a:r>
          </a:p>
          <a:p>
            <a:pPr lvl="2"/>
            <a:r>
              <a:rPr lang="en-US" altLang="he-IL"/>
              <a:t>Third level</a:t>
            </a:r>
          </a:p>
          <a:p>
            <a:pPr lvl="3"/>
            <a:r>
              <a:rPr lang="en-US" altLang="he-IL"/>
              <a:t>Fourth level</a:t>
            </a:r>
          </a:p>
          <a:p>
            <a:pPr lvl="4"/>
            <a:r>
              <a:rPr lang="en-US" altLang="he-IL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998D1-2062-B2DC-E39B-86D9370092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698444" y="39672333"/>
            <a:ext cx="7062436" cy="2278262"/>
          </a:xfrm>
          <a:prstGeom prst="rect">
            <a:avLst/>
          </a:prstGeom>
        </p:spPr>
        <p:txBody>
          <a:bodyPr vert="horz" lIns="417479" tIns="208739" rIns="417479" bIns="208739" rtlCol="1" anchor="ctr"/>
          <a:lstStyle>
            <a:lvl1pPr algn="r" eaLnBrk="1" hangingPunct="1">
              <a:defRPr sz="544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703DBC-F029-C81F-0C9E-43E5A73634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344762" y="39672333"/>
            <a:ext cx="9585689" cy="2278262"/>
          </a:xfrm>
          <a:prstGeom prst="rect">
            <a:avLst/>
          </a:prstGeom>
        </p:spPr>
        <p:txBody>
          <a:bodyPr vert="horz" lIns="417479" tIns="208739" rIns="417479" bIns="208739" rtlCol="1" anchor="ctr"/>
          <a:lstStyle>
            <a:lvl1pPr algn="ctr" eaLnBrk="1" hangingPunct="1">
              <a:defRPr sz="544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56436-3C1F-0C70-7317-36408BD205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14333" y="39672333"/>
            <a:ext cx="7062438" cy="2278262"/>
          </a:xfrm>
          <a:prstGeom prst="rect">
            <a:avLst/>
          </a:prstGeom>
        </p:spPr>
        <p:txBody>
          <a:bodyPr vert="horz" wrap="square" lIns="417479" tIns="208739" rIns="417479" bIns="208739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5351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F94D3B72-C845-4A03-B06A-C02F5B0C5E6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128115" rtl="1" eaLnBrk="0" fontAlgn="base" hangingPunct="0">
        <a:spcBef>
          <a:spcPct val="0"/>
        </a:spcBef>
        <a:spcAft>
          <a:spcPct val="0"/>
        </a:spcAft>
        <a:defRPr sz="1985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128115" rtl="1" eaLnBrk="0" fontAlgn="base" hangingPunct="0">
        <a:spcBef>
          <a:spcPct val="0"/>
        </a:spcBef>
        <a:spcAft>
          <a:spcPct val="0"/>
        </a:spcAft>
        <a:defRPr sz="19857">
          <a:solidFill>
            <a:schemeClr val="tx1"/>
          </a:solidFill>
          <a:latin typeface="Calibri" pitchFamily="34" charset="0"/>
        </a:defRPr>
      </a:lvl2pPr>
      <a:lvl3pPr algn="ctr" defTabSz="4128115" rtl="1" eaLnBrk="0" fontAlgn="base" hangingPunct="0">
        <a:spcBef>
          <a:spcPct val="0"/>
        </a:spcBef>
        <a:spcAft>
          <a:spcPct val="0"/>
        </a:spcAft>
        <a:defRPr sz="19857">
          <a:solidFill>
            <a:schemeClr val="tx1"/>
          </a:solidFill>
          <a:latin typeface="Calibri" pitchFamily="34" charset="0"/>
        </a:defRPr>
      </a:lvl3pPr>
      <a:lvl4pPr algn="ctr" defTabSz="4128115" rtl="1" eaLnBrk="0" fontAlgn="base" hangingPunct="0">
        <a:spcBef>
          <a:spcPct val="0"/>
        </a:spcBef>
        <a:spcAft>
          <a:spcPct val="0"/>
        </a:spcAft>
        <a:defRPr sz="19857">
          <a:solidFill>
            <a:schemeClr val="tx1"/>
          </a:solidFill>
          <a:latin typeface="Calibri" pitchFamily="34" charset="0"/>
        </a:defRPr>
      </a:lvl4pPr>
      <a:lvl5pPr algn="ctr" defTabSz="4128115" rtl="1" eaLnBrk="0" fontAlgn="base" hangingPunct="0">
        <a:spcBef>
          <a:spcPct val="0"/>
        </a:spcBef>
        <a:spcAft>
          <a:spcPct val="0"/>
        </a:spcAft>
        <a:defRPr sz="19857">
          <a:solidFill>
            <a:schemeClr val="tx1"/>
          </a:solidFill>
          <a:latin typeface="Calibri" pitchFamily="34" charset="0"/>
        </a:defRPr>
      </a:lvl5pPr>
      <a:lvl6pPr marL="452401" algn="ctr" defTabSz="4129725" rtl="1" fontAlgn="base">
        <a:spcBef>
          <a:spcPct val="0"/>
        </a:spcBef>
        <a:spcAft>
          <a:spcPct val="0"/>
        </a:spcAft>
        <a:defRPr sz="19889">
          <a:solidFill>
            <a:schemeClr val="tx1"/>
          </a:solidFill>
          <a:latin typeface="Calibri" pitchFamily="34" charset="0"/>
        </a:defRPr>
      </a:lvl6pPr>
      <a:lvl7pPr marL="904802" algn="ctr" defTabSz="4129725" rtl="1" fontAlgn="base">
        <a:spcBef>
          <a:spcPct val="0"/>
        </a:spcBef>
        <a:spcAft>
          <a:spcPct val="0"/>
        </a:spcAft>
        <a:defRPr sz="19889">
          <a:solidFill>
            <a:schemeClr val="tx1"/>
          </a:solidFill>
          <a:latin typeface="Calibri" pitchFamily="34" charset="0"/>
        </a:defRPr>
      </a:lvl7pPr>
      <a:lvl8pPr marL="1357203" algn="ctr" defTabSz="4129725" rtl="1" fontAlgn="base">
        <a:spcBef>
          <a:spcPct val="0"/>
        </a:spcBef>
        <a:spcAft>
          <a:spcPct val="0"/>
        </a:spcAft>
        <a:defRPr sz="19889">
          <a:solidFill>
            <a:schemeClr val="tx1"/>
          </a:solidFill>
          <a:latin typeface="Calibri" pitchFamily="34" charset="0"/>
        </a:defRPr>
      </a:lvl8pPr>
      <a:lvl9pPr marL="1809602" algn="ctr" defTabSz="4129725" rtl="1" fontAlgn="base">
        <a:spcBef>
          <a:spcPct val="0"/>
        </a:spcBef>
        <a:spcAft>
          <a:spcPct val="0"/>
        </a:spcAft>
        <a:defRPr sz="19889">
          <a:solidFill>
            <a:schemeClr val="tx1"/>
          </a:solidFill>
          <a:latin typeface="Calibri" pitchFamily="34" charset="0"/>
        </a:defRPr>
      </a:lvl9pPr>
    </p:titleStyle>
    <p:bodyStyle>
      <a:lvl1pPr marL="1547807" indent="-1547807" algn="r" defTabSz="4128115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4387" kern="1200">
          <a:solidFill>
            <a:schemeClr val="tx1"/>
          </a:solidFill>
          <a:latin typeface="+mn-lt"/>
          <a:ea typeface="+mn-ea"/>
          <a:cs typeface="+mn-cs"/>
        </a:defRPr>
      </a:lvl1pPr>
      <a:lvl2pPr marL="3354211" indent="-1289211" algn="r" defTabSz="4128115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2604" kern="1200">
          <a:solidFill>
            <a:schemeClr val="tx1"/>
          </a:solidFill>
          <a:latin typeface="+mn-lt"/>
          <a:ea typeface="+mn-ea"/>
          <a:cs typeface="+mn-cs"/>
        </a:defRPr>
      </a:lvl2pPr>
      <a:lvl3pPr marL="5162503" indent="-1030613" algn="r" defTabSz="4128115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0820" kern="1200">
          <a:solidFill>
            <a:schemeClr val="tx1"/>
          </a:solidFill>
          <a:latin typeface="+mn-lt"/>
          <a:ea typeface="+mn-ea"/>
          <a:cs typeface="+mn-cs"/>
        </a:defRPr>
      </a:lvl3pPr>
      <a:lvl4pPr marL="7227503" indent="-1030613" algn="r" defTabSz="4128115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8918" kern="1200">
          <a:solidFill>
            <a:schemeClr val="tx1"/>
          </a:solidFill>
          <a:latin typeface="+mn-lt"/>
          <a:ea typeface="+mn-ea"/>
          <a:cs typeface="+mn-cs"/>
        </a:defRPr>
      </a:lvl4pPr>
      <a:lvl5pPr marL="9294391" indent="-1030613" algn="r" defTabSz="4128115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8918" kern="1200">
          <a:solidFill>
            <a:schemeClr val="tx1"/>
          </a:solidFill>
          <a:latin typeface="+mn-lt"/>
          <a:ea typeface="+mn-ea"/>
          <a:cs typeface="+mn-cs"/>
        </a:defRPr>
      </a:lvl5pPr>
      <a:lvl6pPr marL="11360162" indent="-1032742" algn="r" defTabSz="4130970" rtl="1" eaLnBrk="1" latinLnBrk="0" hangingPunct="1">
        <a:spcBef>
          <a:spcPct val="20000"/>
        </a:spcBef>
        <a:buFont typeface="Arial" panose="020B0604020202020204" pitchFamily="34" charset="0"/>
        <a:buChar char="•"/>
        <a:defRPr sz="9004" kern="1200">
          <a:solidFill>
            <a:schemeClr val="tx1"/>
          </a:solidFill>
          <a:latin typeface="+mn-lt"/>
          <a:ea typeface="+mn-ea"/>
          <a:cs typeface="+mn-cs"/>
        </a:defRPr>
      </a:lvl6pPr>
      <a:lvl7pPr marL="13425642" indent="-1032742" algn="r" defTabSz="4130970" rtl="1" eaLnBrk="1" latinLnBrk="0" hangingPunct="1">
        <a:spcBef>
          <a:spcPct val="20000"/>
        </a:spcBef>
        <a:buFont typeface="Arial" panose="020B0604020202020204" pitchFamily="34" charset="0"/>
        <a:buChar char="•"/>
        <a:defRPr sz="9004" kern="1200">
          <a:solidFill>
            <a:schemeClr val="tx1"/>
          </a:solidFill>
          <a:latin typeface="+mn-lt"/>
          <a:ea typeface="+mn-ea"/>
          <a:cs typeface="+mn-cs"/>
        </a:defRPr>
      </a:lvl7pPr>
      <a:lvl8pPr marL="15491131" indent="-1032742" algn="r" defTabSz="4130970" rtl="1" eaLnBrk="1" latinLnBrk="0" hangingPunct="1">
        <a:spcBef>
          <a:spcPct val="20000"/>
        </a:spcBef>
        <a:buFont typeface="Arial" panose="020B0604020202020204" pitchFamily="34" charset="0"/>
        <a:buChar char="•"/>
        <a:defRPr sz="9004" kern="1200">
          <a:solidFill>
            <a:schemeClr val="tx1"/>
          </a:solidFill>
          <a:latin typeface="+mn-lt"/>
          <a:ea typeface="+mn-ea"/>
          <a:cs typeface="+mn-cs"/>
        </a:defRPr>
      </a:lvl8pPr>
      <a:lvl9pPr marL="17556612" indent="-1032742" algn="r" defTabSz="4130970" rtl="1" eaLnBrk="1" latinLnBrk="0" hangingPunct="1">
        <a:spcBef>
          <a:spcPct val="20000"/>
        </a:spcBef>
        <a:buFont typeface="Arial" panose="020B0604020202020204" pitchFamily="34" charset="0"/>
        <a:buChar char="•"/>
        <a:defRPr sz="900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4130970" rtl="1" eaLnBrk="1" latinLnBrk="0" hangingPunct="1">
        <a:defRPr sz="8114" kern="1200">
          <a:solidFill>
            <a:schemeClr val="tx1"/>
          </a:solidFill>
          <a:latin typeface="+mn-lt"/>
          <a:ea typeface="+mn-ea"/>
          <a:cs typeface="+mn-cs"/>
        </a:defRPr>
      </a:lvl1pPr>
      <a:lvl2pPr marL="2065481" algn="r" defTabSz="4130970" rtl="1" eaLnBrk="1" latinLnBrk="0" hangingPunct="1">
        <a:defRPr sz="8114" kern="1200">
          <a:solidFill>
            <a:schemeClr val="tx1"/>
          </a:solidFill>
          <a:latin typeface="+mn-lt"/>
          <a:ea typeface="+mn-ea"/>
          <a:cs typeface="+mn-cs"/>
        </a:defRPr>
      </a:lvl2pPr>
      <a:lvl3pPr marL="4130970" algn="r" defTabSz="4130970" rtl="1" eaLnBrk="1" latinLnBrk="0" hangingPunct="1">
        <a:defRPr sz="8114" kern="1200">
          <a:solidFill>
            <a:schemeClr val="tx1"/>
          </a:solidFill>
          <a:latin typeface="+mn-lt"/>
          <a:ea typeface="+mn-ea"/>
          <a:cs typeface="+mn-cs"/>
        </a:defRPr>
      </a:lvl3pPr>
      <a:lvl4pPr marL="6196452" algn="r" defTabSz="4130970" rtl="1" eaLnBrk="1" latinLnBrk="0" hangingPunct="1">
        <a:defRPr sz="8114" kern="1200">
          <a:solidFill>
            <a:schemeClr val="tx1"/>
          </a:solidFill>
          <a:latin typeface="+mn-lt"/>
          <a:ea typeface="+mn-ea"/>
          <a:cs typeface="+mn-cs"/>
        </a:defRPr>
      </a:lvl4pPr>
      <a:lvl5pPr marL="8261931" algn="r" defTabSz="4130970" rtl="1" eaLnBrk="1" latinLnBrk="0" hangingPunct="1">
        <a:defRPr sz="8114" kern="1200">
          <a:solidFill>
            <a:schemeClr val="tx1"/>
          </a:solidFill>
          <a:latin typeface="+mn-lt"/>
          <a:ea typeface="+mn-ea"/>
          <a:cs typeface="+mn-cs"/>
        </a:defRPr>
      </a:lvl5pPr>
      <a:lvl6pPr marL="10327421" algn="r" defTabSz="4130970" rtl="1" eaLnBrk="1" latinLnBrk="0" hangingPunct="1">
        <a:defRPr sz="8114" kern="1200">
          <a:solidFill>
            <a:schemeClr val="tx1"/>
          </a:solidFill>
          <a:latin typeface="+mn-lt"/>
          <a:ea typeface="+mn-ea"/>
          <a:cs typeface="+mn-cs"/>
        </a:defRPr>
      </a:lvl6pPr>
      <a:lvl7pPr marL="12392902" algn="r" defTabSz="4130970" rtl="1" eaLnBrk="1" latinLnBrk="0" hangingPunct="1">
        <a:defRPr sz="8114" kern="1200">
          <a:solidFill>
            <a:schemeClr val="tx1"/>
          </a:solidFill>
          <a:latin typeface="+mn-lt"/>
          <a:ea typeface="+mn-ea"/>
          <a:cs typeface="+mn-cs"/>
        </a:defRPr>
      </a:lvl7pPr>
      <a:lvl8pPr marL="14458383" algn="r" defTabSz="4130970" rtl="1" eaLnBrk="1" latinLnBrk="0" hangingPunct="1">
        <a:defRPr sz="8114" kern="1200">
          <a:solidFill>
            <a:schemeClr val="tx1"/>
          </a:solidFill>
          <a:latin typeface="+mn-lt"/>
          <a:ea typeface="+mn-ea"/>
          <a:cs typeface="+mn-cs"/>
        </a:defRPr>
      </a:lvl8pPr>
      <a:lvl9pPr marL="16523873" algn="r" defTabSz="4130970" rtl="1" eaLnBrk="1" latinLnBrk="0" hangingPunct="1">
        <a:defRPr sz="811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FCF4D4E0-B17C-41F1-B62B-DCF93E6311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275213" cy="42803763"/>
          </a:xfrm>
          <a:prstGeom prst="rect">
            <a:avLst/>
          </a:prstGeom>
        </p:spPr>
      </p:pic>
      <p:pic>
        <p:nvPicPr>
          <p:cNvPr id="2" name="תמונה 1">
            <a:extLst>
              <a:ext uri="{FF2B5EF4-FFF2-40B4-BE49-F238E27FC236}">
                <a16:creationId xmlns:a16="http://schemas.microsoft.com/office/drawing/2014/main" id="{37E37941-FC8F-44E6-BA73-B51402324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94398" y="370114"/>
            <a:ext cx="5976001" cy="3405933"/>
          </a:xfrm>
          <a:prstGeom prst="rect">
            <a:avLst/>
          </a:prstGeom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6D92620F-2D05-472C-98CA-C1E9CD7C11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93005" y="2147039"/>
            <a:ext cx="3923077" cy="1279720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5BEC95D3-61F1-4E41-8F5C-ECBE158336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9003" y="370114"/>
            <a:ext cx="17605249" cy="3405933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EC62F356-562C-4028-98E5-C2F2A83BDE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3024" y="741171"/>
            <a:ext cx="18357206" cy="2707359"/>
          </a:xfrm>
          <a:prstGeom prst="rect">
            <a:avLst/>
          </a:prstGeom>
        </p:spPr>
      </p:pic>
      <p:pic>
        <p:nvPicPr>
          <p:cNvPr id="10" name="תמונה 9">
            <a:extLst>
              <a:ext uri="{FF2B5EF4-FFF2-40B4-BE49-F238E27FC236}">
                <a16:creationId xmlns:a16="http://schemas.microsoft.com/office/drawing/2014/main" id="{A28F06ED-D412-49E2-B00D-DDD7E9F4B4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934" y="20913319"/>
            <a:ext cx="8024238" cy="5756681"/>
          </a:xfrm>
          <a:prstGeom prst="rect">
            <a:avLst/>
          </a:prstGeom>
        </p:spPr>
      </p:pic>
      <p:pic>
        <p:nvPicPr>
          <p:cNvPr id="14" name="תמונה 13">
            <a:extLst>
              <a:ext uri="{FF2B5EF4-FFF2-40B4-BE49-F238E27FC236}">
                <a16:creationId xmlns:a16="http://schemas.microsoft.com/office/drawing/2014/main" id="{F3DAD15D-83CA-4CD2-92BD-464CCDA8B3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38419" y="32581535"/>
            <a:ext cx="7556610" cy="1866928"/>
          </a:xfrm>
          <a:prstGeom prst="rect">
            <a:avLst/>
          </a:prstGeom>
        </p:spPr>
      </p:pic>
      <p:pic>
        <p:nvPicPr>
          <p:cNvPr id="16" name="תמונה 15">
            <a:extLst>
              <a:ext uri="{FF2B5EF4-FFF2-40B4-BE49-F238E27FC236}">
                <a16:creationId xmlns:a16="http://schemas.microsoft.com/office/drawing/2014/main" id="{6B4036F8-D232-4677-86C4-D86994E5C75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5944" y="28846076"/>
            <a:ext cx="29826856" cy="13762059"/>
          </a:xfrm>
          <a:prstGeom prst="rect">
            <a:avLst/>
          </a:prstGeom>
        </p:spPr>
      </p:pic>
      <p:pic>
        <p:nvPicPr>
          <p:cNvPr id="17" name="תמונה 16">
            <a:extLst>
              <a:ext uri="{FF2B5EF4-FFF2-40B4-BE49-F238E27FC236}">
                <a16:creationId xmlns:a16="http://schemas.microsoft.com/office/drawing/2014/main" id="{1921CA21-C2BE-4427-807D-62B6FB451B6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301217" y="28737221"/>
            <a:ext cx="5975992" cy="520263"/>
          </a:xfrm>
          <a:prstGeom prst="rect">
            <a:avLst/>
          </a:prstGeom>
        </p:spPr>
      </p:pic>
      <p:pic>
        <p:nvPicPr>
          <p:cNvPr id="20" name="תמונה 19">
            <a:extLst>
              <a:ext uri="{FF2B5EF4-FFF2-40B4-BE49-F238E27FC236}">
                <a16:creationId xmlns:a16="http://schemas.microsoft.com/office/drawing/2014/main" id="{9E18B033-B556-4F6A-B107-DB107C6F8F9A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9488"/>
          <a:stretch/>
        </p:blipFill>
        <p:spPr>
          <a:xfrm>
            <a:off x="16338495" y="29320021"/>
            <a:ext cx="13553675" cy="6885909"/>
          </a:xfrm>
          <a:prstGeom prst="rect">
            <a:avLst/>
          </a:prstGeom>
        </p:spPr>
      </p:pic>
      <p:pic>
        <p:nvPicPr>
          <p:cNvPr id="21" name="תמונה 20">
            <a:extLst>
              <a:ext uri="{FF2B5EF4-FFF2-40B4-BE49-F238E27FC236}">
                <a16:creationId xmlns:a16="http://schemas.microsoft.com/office/drawing/2014/main" id="{D644A174-EB17-4F24-B56F-40D5D28A5AB4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t="7392" r="2319"/>
          <a:stretch/>
        </p:blipFill>
        <p:spPr>
          <a:xfrm>
            <a:off x="636618" y="29505668"/>
            <a:ext cx="14369566" cy="6549742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FC309831-5928-4409-AA5D-AC98743AA874}"/>
              </a:ext>
            </a:extLst>
          </p:cNvPr>
          <p:cNvSpPr txBox="1"/>
          <p:nvPr/>
        </p:nvSpPr>
        <p:spPr>
          <a:xfrm>
            <a:off x="6659280" y="36058750"/>
            <a:ext cx="2324241" cy="461665"/>
          </a:xfrm>
          <a:prstGeom prst="rect">
            <a:avLst/>
          </a:prstGeom>
          <a:noFill/>
          <a:ln>
            <a:noFill/>
          </a:ln>
        </p:spPr>
        <p:txBody>
          <a:bodyPr wrap="square" rtlCol="1">
            <a:spAutoFit/>
          </a:bodyPr>
          <a:lstStyle/>
          <a:p>
            <a:r>
              <a:rPr lang="en-US" sz="2400" b="1" dirty="0">
                <a:solidFill>
                  <a:srgbClr val="001046"/>
                </a:solidFill>
              </a:rPr>
              <a:t>Initial Setup</a:t>
            </a:r>
            <a:endParaRPr lang="he-IL" sz="2400" b="1" dirty="0">
              <a:solidFill>
                <a:srgbClr val="001046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582C870-5FF5-4089-97BA-0C0689DD179D}"/>
              </a:ext>
            </a:extLst>
          </p:cNvPr>
          <p:cNvSpPr txBox="1"/>
          <p:nvPr/>
        </p:nvSpPr>
        <p:spPr>
          <a:xfrm>
            <a:off x="22727606" y="36078491"/>
            <a:ext cx="373079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b="1" dirty="0">
                <a:solidFill>
                  <a:srgbClr val="001046"/>
                </a:solidFill>
              </a:rPr>
              <a:t>Calendar View</a:t>
            </a:r>
            <a:endParaRPr lang="he-IL" sz="2400" b="1" dirty="0">
              <a:solidFill>
                <a:srgbClr val="001046"/>
              </a:solidFill>
            </a:endParaRPr>
          </a:p>
        </p:txBody>
      </p:sp>
      <p:pic>
        <p:nvPicPr>
          <p:cNvPr id="34" name="תמונה 33">
            <a:extLst>
              <a:ext uri="{FF2B5EF4-FFF2-40B4-BE49-F238E27FC236}">
                <a16:creationId xmlns:a16="http://schemas.microsoft.com/office/drawing/2014/main" id="{E7FB2963-B532-4CEC-9E33-5C2D3DF5BBAF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t="8709" b="12137"/>
          <a:stretch/>
        </p:blipFill>
        <p:spPr>
          <a:xfrm>
            <a:off x="9650420" y="36505164"/>
            <a:ext cx="11840310" cy="6166836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3C181393-950E-4D0F-849F-6AEE3D7F60B2}"/>
              </a:ext>
            </a:extLst>
          </p:cNvPr>
          <p:cNvSpPr txBox="1"/>
          <p:nvPr/>
        </p:nvSpPr>
        <p:spPr>
          <a:xfrm>
            <a:off x="4544053" y="39209079"/>
            <a:ext cx="5256410" cy="461665"/>
          </a:xfrm>
          <a:prstGeom prst="rect">
            <a:avLst/>
          </a:prstGeom>
          <a:noFill/>
          <a:ln>
            <a:noFill/>
          </a:ln>
        </p:spPr>
        <p:txBody>
          <a:bodyPr wrap="square" rtlCol="1">
            <a:spAutoFit/>
          </a:bodyPr>
          <a:lstStyle/>
          <a:p>
            <a:r>
              <a:rPr lang="en-US" sz="2400" b="1" dirty="0">
                <a:solidFill>
                  <a:srgbClr val="000E46"/>
                </a:solidFill>
              </a:rPr>
              <a:t>Course Management Screen</a:t>
            </a:r>
            <a:endParaRPr lang="he-IL" sz="2400" b="1" dirty="0">
              <a:solidFill>
                <a:srgbClr val="000E46"/>
              </a:solidFill>
            </a:endParaRPr>
          </a:p>
        </p:txBody>
      </p:sp>
      <p:pic>
        <p:nvPicPr>
          <p:cNvPr id="37" name="תמונה 36">
            <a:extLst>
              <a:ext uri="{FF2B5EF4-FFF2-40B4-BE49-F238E27FC236}">
                <a16:creationId xmlns:a16="http://schemas.microsoft.com/office/drawing/2014/main" id="{E3C0A251-8D6F-494A-9852-1C909191A3B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786258" y="5015775"/>
            <a:ext cx="10280084" cy="16216779"/>
          </a:xfrm>
          <a:prstGeom prst="rect">
            <a:avLst/>
          </a:prstGeom>
        </p:spPr>
      </p:pic>
      <p:pic>
        <p:nvPicPr>
          <p:cNvPr id="38" name="תמונה 37">
            <a:extLst>
              <a:ext uri="{FF2B5EF4-FFF2-40B4-BE49-F238E27FC236}">
                <a16:creationId xmlns:a16="http://schemas.microsoft.com/office/drawing/2014/main" id="{70901C37-38D8-479C-81F7-E05F0C497AE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786258" y="21205103"/>
            <a:ext cx="10280084" cy="7505475"/>
          </a:xfrm>
          <a:prstGeom prst="rect">
            <a:avLst/>
          </a:prstGeom>
        </p:spPr>
      </p:pic>
      <p:pic>
        <p:nvPicPr>
          <p:cNvPr id="15" name="תמונה 14">
            <a:extLst>
              <a:ext uri="{FF2B5EF4-FFF2-40B4-BE49-F238E27FC236}">
                <a16:creationId xmlns:a16="http://schemas.microsoft.com/office/drawing/2014/main" id="{09F04DAD-109F-4AF5-A050-8A345909A27D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l="29604" t="-1977" r="-576" b="499"/>
          <a:stretch/>
        </p:blipFill>
        <p:spPr>
          <a:xfrm>
            <a:off x="19747075" y="21091182"/>
            <a:ext cx="10341038" cy="7267235"/>
          </a:xfrm>
          <a:prstGeom prst="rect">
            <a:avLst/>
          </a:prstGeom>
        </p:spPr>
      </p:pic>
      <p:sp>
        <p:nvSpPr>
          <p:cNvPr id="40" name="AutoShape 4" descr="מגבלות עיקריות שאנחנו לוקחים בחשבון">
            <a:extLst>
              <a:ext uri="{FF2B5EF4-FFF2-40B4-BE49-F238E27FC236}">
                <a16:creationId xmlns:a16="http://schemas.microsoft.com/office/drawing/2014/main" id="{298D76F9-A6DC-4B80-9123-197E9776849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984413" y="2124868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pic>
        <p:nvPicPr>
          <p:cNvPr id="41" name="תמונה 40">
            <a:extLst>
              <a:ext uri="{FF2B5EF4-FFF2-40B4-BE49-F238E27FC236}">
                <a16:creationId xmlns:a16="http://schemas.microsoft.com/office/drawing/2014/main" id="{04960551-F152-44B1-8986-DD7E4C99A59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08870" y="19320277"/>
            <a:ext cx="8521465" cy="9362672"/>
          </a:xfrm>
          <a:prstGeom prst="rect">
            <a:avLst/>
          </a:prstGeom>
        </p:spPr>
      </p:pic>
      <p:cxnSp>
        <p:nvCxnSpPr>
          <p:cNvPr id="43" name="מחבר ישר 42">
            <a:extLst>
              <a:ext uri="{FF2B5EF4-FFF2-40B4-BE49-F238E27FC236}">
                <a16:creationId xmlns:a16="http://schemas.microsoft.com/office/drawing/2014/main" id="{12C3E4A7-653E-447F-B1FF-D46B120DAB28}"/>
              </a:ext>
            </a:extLst>
          </p:cNvPr>
          <p:cNvCxnSpPr/>
          <p:nvPr/>
        </p:nvCxnSpPr>
        <p:spPr>
          <a:xfrm>
            <a:off x="15631885" y="29479623"/>
            <a:ext cx="0" cy="7041675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מחבר ישר 51">
            <a:extLst>
              <a:ext uri="{FF2B5EF4-FFF2-40B4-BE49-F238E27FC236}">
                <a16:creationId xmlns:a16="http://schemas.microsoft.com/office/drawing/2014/main" id="{051283E4-FE6B-4B9A-AF0D-018C8EC97010}"/>
              </a:ext>
            </a:extLst>
          </p:cNvPr>
          <p:cNvCxnSpPr>
            <a:cxnSpLocks/>
          </p:cNvCxnSpPr>
          <p:nvPr/>
        </p:nvCxnSpPr>
        <p:spPr>
          <a:xfrm flipV="1">
            <a:off x="0" y="36509677"/>
            <a:ext cx="30275213" cy="28049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מחבר ישר 54">
            <a:extLst>
              <a:ext uri="{FF2B5EF4-FFF2-40B4-BE49-F238E27FC236}">
                <a16:creationId xmlns:a16="http://schemas.microsoft.com/office/drawing/2014/main" id="{CD41B3DA-9C91-4117-8098-B4F69003B712}"/>
              </a:ext>
            </a:extLst>
          </p:cNvPr>
          <p:cNvCxnSpPr>
            <a:cxnSpLocks/>
          </p:cNvCxnSpPr>
          <p:nvPr/>
        </p:nvCxnSpPr>
        <p:spPr>
          <a:xfrm flipV="1">
            <a:off x="-28235" y="28628760"/>
            <a:ext cx="30275213" cy="28049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296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מסמך" ma:contentTypeID="0x010100B35FDB4C5E71E04494F9B832E8A37DC7" ma:contentTypeVersion="8" ma:contentTypeDescription="צור מסמך חדש." ma:contentTypeScope="" ma:versionID="c1488becd6eb6a17530a0dadef69db59">
  <xsd:schema xmlns:xsd="http://www.w3.org/2001/XMLSchema" xmlns:xs="http://www.w3.org/2001/XMLSchema" xmlns:p="http://schemas.microsoft.com/office/2006/metadata/properties" xmlns:ns3="2801f6be-4354-458f-811a-2218e999c1d5" targetNamespace="http://schemas.microsoft.com/office/2006/metadata/properties" ma:root="true" ma:fieldsID="aeb8f54bd7859b6c751e095687eaacfc" ns3:_="">
    <xsd:import namespace="2801f6be-4354-458f-811a-2218e999c1d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01f6be-4354-458f-811a-2218e999c1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סוג תוכן"/>
        <xsd:element ref="dc:title" minOccurs="0" maxOccurs="1" ma:index="4" ma:displayName="כותרת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308AE1F-5D78-479C-9CDF-3D233BB3A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801f6be-4354-458f-811a-2218e999c1d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B15F8A2-A33E-4A62-8E93-CA32F9C8FFF5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2801f6be-4354-458f-811a-2218e999c1d5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8191CFB-2E68-45A5-A5D6-AEB1A05E0EE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43999</TotalTime>
  <Words>7</Words>
  <Application>Microsoft Office PowerPoint</Application>
  <PresentationFormat>מותאם אישית</PresentationFormat>
  <Paragraphs>3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6" baseType="lpstr">
      <vt:lpstr>Arial</vt:lpstr>
      <vt:lpstr>Calibri</vt:lpstr>
      <vt:lpstr>Helvetica</vt:lpstr>
      <vt:lpstr>Times New Roman</vt:lpstr>
      <vt:lpstr>Office Theme</vt:lpstr>
      <vt:lpstr>מצגת של PowerPoint‏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poster</dc:title>
  <dc:creator>Joel lanir</dc:creator>
  <cp:lastModifiedBy>קארין ארמה</cp:lastModifiedBy>
  <cp:revision>685</cp:revision>
  <cp:lastPrinted>2004-05-01T11:19:50Z</cp:lastPrinted>
  <dcterms:created xsi:type="dcterms:W3CDTF">2000-07-07T15:10:51Z</dcterms:created>
  <dcterms:modified xsi:type="dcterms:W3CDTF">2026-06-28T19:37:13Z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wner">
    <vt:lpwstr>Colin Purrington</vt:lpwstr>
  </property>
  <property fmtid="{D5CDD505-2E9C-101B-9397-08002B2CF9AE}" pid="3" name="ContentTypeId">
    <vt:lpwstr>0x010100B35FDB4C5E71E04494F9B832E8A37DC7</vt:lpwstr>
  </property>
</Properties>
</file>